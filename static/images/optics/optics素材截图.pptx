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D4BAEC-30FB-088A-0D86-C4E5DB71D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0A655F-82C2-1C28-F28D-FDEB272F1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F68E61-4900-DF53-ADB2-A995A04D4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0B9E-EAC8-45DA-BED9-7D2DECCBDBE6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65CF6D-68DE-762C-7093-55CCC146B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A26D5D-2567-270E-C43C-09871F14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71392-1571-4C9A-9842-643DA0A6C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48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FA3802-E0B6-4D45-7D1C-1204FC517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BC1C5A-85B9-AE7D-0A63-09D2AA578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9A6426-D8C7-3A12-9390-9F8EF6163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0B9E-EAC8-45DA-BED9-7D2DECCBDBE6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676D43-3A05-5A57-B43A-2208D9C1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61C96D-4ECE-8B5A-462C-90CDE818F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71392-1571-4C9A-9842-643DA0A6C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37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EB540-3433-49EE-DDA2-35D41609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626FC1-8E92-3219-66E8-458E6CEC3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9263C2-8258-F415-CACE-8226EBF8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0B9E-EAC8-45DA-BED9-7D2DECCBDBE6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BB6274-B37C-7E89-74EC-7B3358EE6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D3F4B0-A66E-C008-A416-2D2D851F4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71392-1571-4C9A-9842-643DA0A6C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48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30AB8-FD25-D829-CB4B-28CDE3B0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B466F8-F4B4-1735-07BE-81A983D99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369464-B18B-3EF8-5EAE-66167032D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614C29-DCF6-1C91-B587-A8083FDA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0B9E-EAC8-45DA-BED9-7D2DECCBDBE6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51058C-0B9D-B72D-ED0C-B9E91A3DE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8AD25A-22F0-ECD6-1AAC-2BD1FD29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71392-1571-4C9A-9842-643DA0A6C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380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DEEE96-B442-A4AB-FDFA-ABF872BC4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107121-5CCC-AA63-EBE1-C1F81E4A4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01D2D1-9FD1-A98A-5C12-079B8C3E3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58B8A2-B505-9193-7005-6557F0D0B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F05F15-567E-9E8E-3937-8A1EBD3ED8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AFF6DDC-2BCA-94FE-57BF-240D10FEC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0B9E-EAC8-45DA-BED9-7D2DECCBDBE6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48E743-A784-EC30-CD8F-797D356A0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2C3480-BFAC-B639-98F5-6656A2DC1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71392-1571-4C9A-9842-643DA0A6C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842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039D3F-7126-AC66-4585-42604845D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6B6B5B-4881-D106-5101-0916BA05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0B9E-EAC8-45DA-BED9-7D2DECCBDBE6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E77D1E-49A9-DA79-E81A-7B0CFC705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82239A-362A-041B-FAA9-B6328DC5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71392-1571-4C9A-9842-643DA0A6C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86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29D7E7-2155-1B8C-44B8-3874A0394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0B9E-EAC8-45DA-BED9-7D2DECCBDBE6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D3F811-D49D-B50F-D1EE-D4B917DE2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8F6C9B-5392-D6B2-2D90-326581B8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71392-1571-4C9A-9842-643DA0A6C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202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6574F-3527-10F6-547B-10A660871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0CC72A-0AAB-37D3-6CCE-468D59AD6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4A2E92-5410-6EFB-458E-817CAC78C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D775F9-9B72-532E-4DFD-41329B580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0B9E-EAC8-45DA-BED9-7D2DECCBDBE6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0CF8E8-6911-C1DC-2104-5FF37E6B2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6DA422-0206-F963-C09F-D2E28CFAB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71392-1571-4C9A-9842-643DA0A6C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822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6D19E-4631-F1C6-E313-5D1525ACF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2047BBC-3612-6631-E31C-8B210C43B5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CDDC8B-48A3-BC36-AE95-959A9D52C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493A86-E323-CE0A-42D1-92EA30C7C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0B9E-EAC8-45DA-BED9-7D2DECCBDBE6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76196B-BB08-09B7-C878-55AB8F16E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6E8E9C-7198-A2C3-6F4D-99C625240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71392-1571-4C9A-9842-643DA0A6C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672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3009AC-6FE9-77ED-02C8-988497B6C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4CD292-8520-093C-18DF-8924079D1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9A5D4B-0544-8DA8-2022-B49F8B0DA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0B9E-EAC8-45DA-BED9-7D2DECCBDBE6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A97896-BB87-80D1-8B80-870C8799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619264-AF48-5DA4-9775-2740AB37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71392-1571-4C9A-9842-643DA0A6C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303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671ABA-EFA0-B216-1C4E-791020BE7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589AC1-9BD4-0893-FA1A-BA04227DA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DE426A-41C7-E9E9-801A-31758661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0B9E-EAC8-45DA-BED9-7D2DECCBDBE6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B060C5-7394-3586-8A12-AAA9ED7E3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74D396-634D-FE98-E2AA-8D1C04840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71392-1571-4C9A-9842-643DA0A6C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638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F6A9A0E-8FE3-DDDD-9076-13210A53C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2D2142-A0DB-6748-9BEF-C9E8A61A2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E1A9A9-44FB-B0FF-3AE3-3EB861CD5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0B9E-EAC8-45DA-BED9-7D2DECCBDBE6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174282-CE5F-A10A-A718-2881151E1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1DFAF-9E77-4FF7-4C97-857C2779E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71392-1571-4C9A-9842-643DA0A6C2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988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E01CC04-83D8-D7B0-62E3-6A427FBB14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56" t="12307" r="13828" b="14860"/>
          <a:stretch>
            <a:fillRect/>
          </a:stretch>
        </p:blipFill>
        <p:spPr>
          <a:xfrm>
            <a:off x="1847851" y="1038225"/>
            <a:ext cx="8658225" cy="4619625"/>
          </a:xfrm>
          <a:custGeom>
            <a:avLst/>
            <a:gdLst>
              <a:gd name="connsiteX0" fmla="*/ 0 w 8658225"/>
              <a:gd name="connsiteY0" fmla="*/ 0 h 4619625"/>
              <a:gd name="connsiteX1" fmla="*/ 8658225 w 8658225"/>
              <a:gd name="connsiteY1" fmla="*/ 0 h 4619625"/>
              <a:gd name="connsiteX2" fmla="*/ 8658225 w 8658225"/>
              <a:gd name="connsiteY2" fmla="*/ 4619625 h 4619625"/>
              <a:gd name="connsiteX3" fmla="*/ 0 w 8658225"/>
              <a:gd name="connsiteY3" fmla="*/ 4619625 h 4619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8225" h="4619625">
                <a:moveTo>
                  <a:pt x="0" y="0"/>
                </a:moveTo>
                <a:lnTo>
                  <a:pt x="8658225" y="0"/>
                </a:lnTo>
                <a:lnTo>
                  <a:pt x="8658225" y="4619625"/>
                </a:lnTo>
                <a:lnTo>
                  <a:pt x="0" y="46196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5119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2C614-0129-D33E-7C42-A6AF1F4B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E6A4A8-1169-A28C-B4D5-C7D44777F3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56" t="12307" r="13828" b="14860"/>
          <a:stretch>
            <a:fillRect/>
          </a:stretch>
        </p:blipFill>
        <p:spPr>
          <a:xfrm>
            <a:off x="1847851" y="1038225"/>
            <a:ext cx="8658225" cy="4619625"/>
          </a:xfrm>
          <a:custGeom>
            <a:avLst/>
            <a:gdLst>
              <a:gd name="connsiteX0" fmla="*/ 0 w 8658225"/>
              <a:gd name="connsiteY0" fmla="*/ 0 h 4619625"/>
              <a:gd name="connsiteX1" fmla="*/ 8658225 w 8658225"/>
              <a:gd name="connsiteY1" fmla="*/ 0 h 4619625"/>
              <a:gd name="connsiteX2" fmla="*/ 8658225 w 8658225"/>
              <a:gd name="connsiteY2" fmla="*/ 4619625 h 4619625"/>
              <a:gd name="connsiteX3" fmla="*/ 0 w 8658225"/>
              <a:gd name="connsiteY3" fmla="*/ 4619625 h 4619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8225" h="4619625">
                <a:moveTo>
                  <a:pt x="0" y="0"/>
                </a:moveTo>
                <a:lnTo>
                  <a:pt x="8658225" y="0"/>
                </a:lnTo>
                <a:lnTo>
                  <a:pt x="8658225" y="4619625"/>
                </a:lnTo>
                <a:lnTo>
                  <a:pt x="0" y="46196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53426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D4CC0-1A3E-D0C8-9908-1BC191A75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C526948-4D8B-064F-4963-222EDDE9DE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56" t="12307" r="13828" b="14860"/>
          <a:stretch>
            <a:fillRect/>
          </a:stretch>
        </p:blipFill>
        <p:spPr>
          <a:xfrm>
            <a:off x="1847851" y="1038225"/>
            <a:ext cx="8658225" cy="4619625"/>
          </a:xfrm>
          <a:custGeom>
            <a:avLst/>
            <a:gdLst>
              <a:gd name="connsiteX0" fmla="*/ 0 w 8658225"/>
              <a:gd name="connsiteY0" fmla="*/ 0 h 4619625"/>
              <a:gd name="connsiteX1" fmla="*/ 8658225 w 8658225"/>
              <a:gd name="connsiteY1" fmla="*/ 0 h 4619625"/>
              <a:gd name="connsiteX2" fmla="*/ 8658225 w 8658225"/>
              <a:gd name="connsiteY2" fmla="*/ 4619625 h 4619625"/>
              <a:gd name="connsiteX3" fmla="*/ 0 w 8658225"/>
              <a:gd name="connsiteY3" fmla="*/ 4619625 h 4619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8225" h="4619625">
                <a:moveTo>
                  <a:pt x="0" y="0"/>
                </a:moveTo>
                <a:lnTo>
                  <a:pt x="8658225" y="0"/>
                </a:lnTo>
                <a:lnTo>
                  <a:pt x="8658225" y="4619625"/>
                </a:lnTo>
                <a:lnTo>
                  <a:pt x="0" y="46196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69237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2A33B-4CDE-1FAB-5AA3-27E58FA07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65C0D55-716A-A0C2-0BE5-0DB26726BA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56" t="12307" r="13828" b="14860"/>
          <a:stretch>
            <a:fillRect/>
          </a:stretch>
        </p:blipFill>
        <p:spPr>
          <a:xfrm>
            <a:off x="1847851" y="1038225"/>
            <a:ext cx="8658225" cy="4619625"/>
          </a:xfrm>
          <a:custGeom>
            <a:avLst/>
            <a:gdLst>
              <a:gd name="connsiteX0" fmla="*/ 0 w 8658225"/>
              <a:gd name="connsiteY0" fmla="*/ 0 h 4619625"/>
              <a:gd name="connsiteX1" fmla="*/ 8658225 w 8658225"/>
              <a:gd name="connsiteY1" fmla="*/ 0 h 4619625"/>
              <a:gd name="connsiteX2" fmla="*/ 8658225 w 8658225"/>
              <a:gd name="connsiteY2" fmla="*/ 4619625 h 4619625"/>
              <a:gd name="connsiteX3" fmla="*/ 0 w 8658225"/>
              <a:gd name="connsiteY3" fmla="*/ 4619625 h 4619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8225" h="4619625">
                <a:moveTo>
                  <a:pt x="0" y="0"/>
                </a:moveTo>
                <a:lnTo>
                  <a:pt x="8658225" y="0"/>
                </a:lnTo>
                <a:lnTo>
                  <a:pt x="8658225" y="4619625"/>
                </a:lnTo>
                <a:lnTo>
                  <a:pt x="0" y="46196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49787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63751-D9CA-CB00-28FB-A7FBCE08E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CCA23E-2E09-B6C7-6CD4-B7AFA68709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56" t="12307" r="13828" b="14860"/>
          <a:stretch>
            <a:fillRect/>
          </a:stretch>
        </p:blipFill>
        <p:spPr>
          <a:xfrm>
            <a:off x="1847851" y="1038225"/>
            <a:ext cx="8658225" cy="4619625"/>
          </a:xfrm>
          <a:custGeom>
            <a:avLst/>
            <a:gdLst>
              <a:gd name="connsiteX0" fmla="*/ 0 w 8658225"/>
              <a:gd name="connsiteY0" fmla="*/ 0 h 4619625"/>
              <a:gd name="connsiteX1" fmla="*/ 8658225 w 8658225"/>
              <a:gd name="connsiteY1" fmla="*/ 0 h 4619625"/>
              <a:gd name="connsiteX2" fmla="*/ 8658225 w 8658225"/>
              <a:gd name="connsiteY2" fmla="*/ 4619625 h 4619625"/>
              <a:gd name="connsiteX3" fmla="*/ 0 w 8658225"/>
              <a:gd name="connsiteY3" fmla="*/ 4619625 h 4619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8225" h="4619625">
                <a:moveTo>
                  <a:pt x="0" y="0"/>
                </a:moveTo>
                <a:lnTo>
                  <a:pt x="8658225" y="0"/>
                </a:lnTo>
                <a:lnTo>
                  <a:pt x="8658225" y="4619625"/>
                </a:lnTo>
                <a:lnTo>
                  <a:pt x="0" y="46196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07048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14629-6DD1-3982-621C-BC1DFE232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8624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9FD5-77CF-F342-01EE-D557C9E15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A5E2D53-B4AC-C7A7-D85A-605BBE92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56" t="11857" r="13828" b="14860"/>
          <a:stretch>
            <a:fillRect/>
          </a:stretch>
        </p:blipFill>
        <p:spPr>
          <a:xfrm>
            <a:off x="1847851" y="1009651"/>
            <a:ext cx="8658225" cy="4648199"/>
          </a:xfrm>
          <a:custGeom>
            <a:avLst/>
            <a:gdLst>
              <a:gd name="connsiteX0" fmla="*/ 0 w 8658225"/>
              <a:gd name="connsiteY0" fmla="*/ 0 h 4648199"/>
              <a:gd name="connsiteX1" fmla="*/ 8658225 w 8658225"/>
              <a:gd name="connsiteY1" fmla="*/ 0 h 4648199"/>
              <a:gd name="connsiteX2" fmla="*/ 8658225 w 8658225"/>
              <a:gd name="connsiteY2" fmla="*/ 4648199 h 4648199"/>
              <a:gd name="connsiteX3" fmla="*/ 0 w 8658225"/>
              <a:gd name="connsiteY3" fmla="*/ 4648199 h 4648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8225" h="4648199">
                <a:moveTo>
                  <a:pt x="0" y="0"/>
                </a:moveTo>
                <a:lnTo>
                  <a:pt x="8658225" y="0"/>
                </a:lnTo>
                <a:lnTo>
                  <a:pt x="8658225" y="4648199"/>
                </a:lnTo>
                <a:lnTo>
                  <a:pt x="0" y="46481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0558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586A3-E78F-DC06-96BE-DC3FC8F81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463629C-40B9-F651-DD00-909635B75A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56" t="11857" r="13828" b="14860"/>
          <a:stretch>
            <a:fillRect/>
          </a:stretch>
        </p:blipFill>
        <p:spPr>
          <a:xfrm>
            <a:off x="1847851" y="1009651"/>
            <a:ext cx="8658225" cy="4648199"/>
          </a:xfrm>
          <a:custGeom>
            <a:avLst/>
            <a:gdLst>
              <a:gd name="connsiteX0" fmla="*/ 0 w 8658225"/>
              <a:gd name="connsiteY0" fmla="*/ 0 h 4648199"/>
              <a:gd name="connsiteX1" fmla="*/ 8658225 w 8658225"/>
              <a:gd name="connsiteY1" fmla="*/ 0 h 4648199"/>
              <a:gd name="connsiteX2" fmla="*/ 8658225 w 8658225"/>
              <a:gd name="connsiteY2" fmla="*/ 4648199 h 4648199"/>
              <a:gd name="connsiteX3" fmla="*/ 0 w 8658225"/>
              <a:gd name="connsiteY3" fmla="*/ 4648199 h 4648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8225" h="4648199">
                <a:moveTo>
                  <a:pt x="0" y="0"/>
                </a:moveTo>
                <a:lnTo>
                  <a:pt x="8658225" y="0"/>
                </a:lnTo>
                <a:lnTo>
                  <a:pt x="8658225" y="4648199"/>
                </a:lnTo>
                <a:lnTo>
                  <a:pt x="0" y="46481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15671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74875-F8AB-50AC-540E-BF609FA5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E6B18AB-FD7A-5B11-6FB3-513662034F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56" t="11857" r="13828" b="14860"/>
          <a:stretch>
            <a:fillRect/>
          </a:stretch>
        </p:blipFill>
        <p:spPr>
          <a:xfrm>
            <a:off x="1847851" y="1009651"/>
            <a:ext cx="8658225" cy="4648199"/>
          </a:xfrm>
          <a:custGeom>
            <a:avLst/>
            <a:gdLst>
              <a:gd name="connsiteX0" fmla="*/ 0 w 8658225"/>
              <a:gd name="connsiteY0" fmla="*/ 0 h 4648199"/>
              <a:gd name="connsiteX1" fmla="*/ 8658225 w 8658225"/>
              <a:gd name="connsiteY1" fmla="*/ 0 h 4648199"/>
              <a:gd name="connsiteX2" fmla="*/ 8658225 w 8658225"/>
              <a:gd name="connsiteY2" fmla="*/ 4648199 h 4648199"/>
              <a:gd name="connsiteX3" fmla="*/ 0 w 8658225"/>
              <a:gd name="connsiteY3" fmla="*/ 4648199 h 4648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8225" h="4648199">
                <a:moveTo>
                  <a:pt x="0" y="0"/>
                </a:moveTo>
                <a:lnTo>
                  <a:pt x="8658225" y="0"/>
                </a:lnTo>
                <a:lnTo>
                  <a:pt x="8658225" y="4648199"/>
                </a:lnTo>
                <a:lnTo>
                  <a:pt x="0" y="46481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3104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17559-D239-A453-2ABD-5DD23B56D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D85103B-136C-A291-F082-5F24E75C67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56" t="11857" r="13828" b="14860"/>
          <a:stretch>
            <a:fillRect/>
          </a:stretch>
        </p:blipFill>
        <p:spPr>
          <a:xfrm>
            <a:off x="1847851" y="1009651"/>
            <a:ext cx="8658225" cy="4648199"/>
          </a:xfrm>
          <a:custGeom>
            <a:avLst/>
            <a:gdLst>
              <a:gd name="connsiteX0" fmla="*/ 0 w 8658225"/>
              <a:gd name="connsiteY0" fmla="*/ 0 h 4648199"/>
              <a:gd name="connsiteX1" fmla="*/ 8658225 w 8658225"/>
              <a:gd name="connsiteY1" fmla="*/ 0 h 4648199"/>
              <a:gd name="connsiteX2" fmla="*/ 8658225 w 8658225"/>
              <a:gd name="connsiteY2" fmla="*/ 4648199 h 4648199"/>
              <a:gd name="connsiteX3" fmla="*/ 0 w 8658225"/>
              <a:gd name="connsiteY3" fmla="*/ 4648199 h 4648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8225" h="4648199">
                <a:moveTo>
                  <a:pt x="0" y="0"/>
                </a:moveTo>
                <a:lnTo>
                  <a:pt x="8658225" y="0"/>
                </a:lnTo>
                <a:lnTo>
                  <a:pt x="8658225" y="4648199"/>
                </a:lnTo>
                <a:lnTo>
                  <a:pt x="0" y="46481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58780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76F0C-D3B9-529A-3015-1C5160C96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0B10063-713E-252B-02AE-96EFE88E80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56" t="11857" r="13828" b="14860"/>
          <a:stretch>
            <a:fillRect/>
          </a:stretch>
        </p:blipFill>
        <p:spPr>
          <a:xfrm>
            <a:off x="1847851" y="1009651"/>
            <a:ext cx="8658225" cy="4648199"/>
          </a:xfrm>
          <a:custGeom>
            <a:avLst/>
            <a:gdLst>
              <a:gd name="connsiteX0" fmla="*/ 0 w 8658225"/>
              <a:gd name="connsiteY0" fmla="*/ 0 h 4648199"/>
              <a:gd name="connsiteX1" fmla="*/ 8658225 w 8658225"/>
              <a:gd name="connsiteY1" fmla="*/ 0 h 4648199"/>
              <a:gd name="connsiteX2" fmla="*/ 8658225 w 8658225"/>
              <a:gd name="connsiteY2" fmla="*/ 4648199 h 4648199"/>
              <a:gd name="connsiteX3" fmla="*/ 0 w 8658225"/>
              <a:gd name="connsiteY3" fmla="*/ 4648199 h 4648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8225" h="4648199">
                <a:moveTo>
                  <a:pt x="0" y="0"/>
                </a:moveTo>
                <a:lnTo>
                  <a:pt x="8658225" y="0"/>
                </a:lnTo>
                <a:lnTo>
                  <a:pt x="8658225" y="4648199"/>
                </a:lnTo>
                <a:lnTo>
                  <a:pt x="0" y="46481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84381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F02C-6DC5-C52B-C6BD-F764A2C9B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538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D9AF-F7C2-4C25-0553-AE02B247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3DC392A-98D8-ADFD-28D1-3C42CCFF8A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41" t="10655" r="23047" b="13358"/>
          <a:stretch>
            <a:fillRect/>
          </a:stretch>
        </p:blipFill>
        <p:spPr>
          <a:xfrm>
            <a:off x="2943225" y="933450"/>
            <a:ext cx="6438900" cy="4819650"/>
          </a:xfrm>
          <a:custGeom>
            <a:avLst/>
            <a:gdLst>
              <a:gd name="connsiteX0" fmla="*/ 0 w 6438900"/>
              <a:gd name="connsiteY0" fmla="*/ 0 h 4819650"/>
              <a:gd name="connsiteX1" fmla="*/ 6438900 w 6438900"/>
              <a:gd name="connsiteY1" fmla="*/ 0 h 4819650"/>
              <a:gd name="connsiteX2" fmla="*/ 6438900 w 6438900"/>
              <a:gd name="connsiteY2" fmla="*/ 4819650 h 4819650"/>
              <a:gd name="connsiteX3" fmla="*/ 0 w 6438900"/>
              <a:gd name="connsiteY3" fmla="*/ 4819650 h 481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38900" h="4819650">
                <a:moveTo>
                  <a:pt x="0" y="0"/>
                </a:moveTo>
                <a:lnTo>
                  <a:pt x="6438900" y="0"/>
                </a:lnTo>
                <a:lnTo>
                  <a:pt x="6438900" y="4819650"/>
                </a:lnTo>
                <a:lnTo>
                  <a:pt x="0" y="48196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6794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5B4A4-7989-F19F-099D-2EEDA13B1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9485A66-2F17-BE7A-0551-B4B276564C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28" t="10655" r="23047" b="12908"/>
          <a:stretch>
            <a:fillRect/>
          </a:stretch>
        </p:blipFill>
        <p:spPr>
          <a:xfrm>
            <a:off x="2905125" y="933450"/>
            <a:ext cx="6477000" cy="4848225"/>
          </a:xfrm>
          <a:custGeom>
            <a:avLst/>
            <a:gdLst>
              <a:gd name="connsiteX0" fmla="*/ 0 w 6477000"/>
              <a:gd name="connsiteY0" fmla="*/ 0 h 4848225"/>
              <a:gd name="connsiteX1" fmla="*/ 6477000 w 6477000"/>
              <a:gd name="connsiteY1" fmla="*/ 0 h 4848225"/>
              <a:gd name="connsiteX2" fmla="*/ 6477000 w 6477000"/>
              <a:gd name="connsiteY2" fmla="*/ 4848225 h 4848225"/>
              <a:gd name="connsiteX3" fmla="*/ 0 w 6477000"/>
              <a:gd name="connsiteY3" fmla="*/ 4848225 h 484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77000" h="4848225">
                <a:moveTo>
                  <a:pt x="0" y="0"/>
                </a:moveTo>
                <a:lnTo>
                  <a:pt x="6477000" y="0"/>
                </a:lnTo>
                <a:lnTo>
                  <a:pt x="6477000" y="4848225"/>
                </a:lnTo>
                <a:lnTo>
                  <a:pt x="0" y="48482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98387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2E034-48EB-7AE1-C033-18FDDA58A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338BE95-D3DF-D807-0E2A-FF20B59E9A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28" t="10655" r="23047" b="12908"/>
          <a:stretch>
            <a:fillRect/>
          </a:stretch>
        </p:blipFill>
        <p:spPr>
          <a:xfrm>
            <a:off x="2905125" y="933450"/>
            <a:ext cx="6477000" cy="4848225"/>
          </a:xfrm>
          <a:custGeom>
            <a:avLst/>
            <a:gdLst>
              <a:gd name="connsiteX0" fmla="*/ 0 w 6477000"/>
              <a:gd name="connsiteY0" fmla="*/ 0 h 4848225"/>
              <a:gd name="connsiteX1" fmla="*/ 6477000 w 6477000"/>
              <a:gd name="connsiteY1" fmla="*/ 0 h 4848225"/>
              <a:gd name="connsiteX2" fmla="*/ 6477000 w 6477000"/>
              <a:gd name="connsiteY2" fmla="*/ 4848225 h 4848225"/>
              <a:gd name="connsiteX3" fmla="*/ 0 w 6477000"/>
              <a:gd name="connsiteY3" fmla="*/ 4848225 h 484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77000" h="4848225">
                <a:moveTo>
                  <a:pt x="0" y="0"/>
                </a:moveTo>
                <a:lnTo>
                  <a:pt x="6477000" y="0"/>
                </a:lnTo>
                <a:lnTo>
                  <a:pt x="6477000" y="4848225"/>
                </a:lnTo>
                <a:lnTo>
                  <a:pt x="0" y="48482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24337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CDE10-3F5F-F209-D0F4-34074CC31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6267938-F13F-8F26-EF4D-E5E24EDFA7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28" t="10655" r="23047" b="12908"/>
          <a:stretch>
            <a:fillRect/>
          </a:stretch>
        </p:blipFill>
        <p:spPr>
          <a:xfrm>
            <a:off x="2905125" y="933450"/>
            <a:ext cx="6477000" cy="4848225"/>
          </a:xfrm>
          <a:custGeom>
            <a:avLst/>
            <a:gdLst>
              <a:gd name="connsiteX0" fmla="*/ 0 w 6477000"/>
              <a:gd name="connsiteY0" fmla="*/ 0 h 4848225"/>
              <a:gd name="connsiteX1" fmla="*/ 6477000 w 6477000"/>
              <a:gd name="connsiteY1" fmla="*/ 0 h 4848225"/>
              <a:gd name="connsiteX2" fmla="*/ 6477000 w 6477000"/>
              <a:gd name="connsiteY2" fmla="*/ 4848225 h 4848225"/>
              <a:gd name="connsiteX3" fmla="*/ 0 w 6477000"/>
              <a:gd name="connsiteY3" fmla="*/ 4848225 h 484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77000" h="4848225">
                <a:moveTo>
                  <a:pt x="0" y="0"/>
                </a:moveTo>
                <a:lnTo>
                  <a:pt x="6477000" y="0"/>
                </a:lnTo>
                <a:lnTo>
                  <a:pt x="6477000" y="4848225"/>
                </a:lnTo>
                <a:lnTo>
                  <a:pt x="0" y="48482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03286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DE254-1EA8-4E1D-FD04-8CC5B710B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56E3BFB-8AF9-6AE7-2EC3-0DAFB0A6A3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28" t="10655" r="23047" b="12908"/>
          <a:stretch>
            <a:fillRect/>
          </a:stretch>
        </p:blipFill>
        <p:spPr>
          <a:xfrm>
            <a:off x="2905125" y="933450"/>
            <a:ext cx="6477000" cy="4848225"/>
          </a:xfrm>
          <a:custGeom>
            <a:avLst/>
            <a:gdLst>
              <a:gd name="connsiteX0" fmla="*/ 0 w 6477000"/>
              <a:gd name="connsiteY0" fmla="*/ 0 h 4848225"/>
              <a:gd name="connsiteX1" fmla="*/ 6477000 w 6477000"/>
              <a:gd name="connsiteY1" fmla="*/ 0 h 4848225"/>
              <a:gd name="connsiteX2" fmla="*/ 6477000 w 6477000"/>
              <a:gd name="connsiteY2" fmla="*/ 4848225 h 4848225"/>
              <a:gd name="connsiteX3" fmla="*/ 0 w 6477000"/>
              <a:gd name="connsiteY3" fmla="*/ 4848225 h 484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77000" h="4848225">
                <a:moveTo>
                  <a:pt x="0" y="0"/>
                </a:moveTo>
                <a:lnTo>
                  <a:pt x="6477000" y="0"/>
                </a:lnTo>
                <a:lnTo>
                  <a:pt x="6477000" y="4848225"/>
                </a:lnTo>
                <a:lnTo>
                  <a:pt x="0" y="48482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6783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B2548-048D-56DA-E317-797F2BDB3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6707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A1B15-86A8-7B46-BA69-22C31283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1A67F23-7D89-F874-1581-797670CF0B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28" t="10655" r="23047" b="12908"/>
          <a:stretch>
            <a:fillRect/>
          </a:stretch>
        </p:blipFill>
        <p:spPr>
          <a:xfrm>
            <a:off x="2905125" y="933450"/>
            <a:ext cx="6477000" cy="4848225"/>
          </a:xfrm>
          <a:custGeom>
            <a:avLst/>
            <a:gdLst>
              <a:gd name="connsiteX0" fmla="*/ 0 w 6477000"/>
              <a:gd name="connsiteY0" fmla="*/ 0 h 4848225"/>
              <a:gd name="connsiteX1" fmla="*/ 6477000 w 6477000"/>
              <a:gd name="connsiteY1" fmla="*/ 0 h 4848225"/>
              <a:gd name="connsiteX2" fmla="*/ 6477000 w 6477000"/>
              <a:gd name="connsiteY2" fmla="*/ 4848225 h 4848225"/>
              <a:gd name="connsiteX3" fmla="*/ 0 w 6477000"/>
              <a:gd name="connsiteY3" fmla="*/ 4848225 h 484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77000" h="4848225">
                <a:moveTo>
                  <a:pt x="0" y="0"/>
                </a:moveTo>
                <a:lnTo>
                  <a:pt x="6477000" y="0"/>
                </a:lnTo>
                <a:lnTo>
                  <a:pt x="6477000" y="4848225"/>
                </a:lnTo>
                <a:lnTo>
                  <a:pt x="0" y="48482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4571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330E-10AA-9952-1A5A-CFE116FC2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2457D8E-1805-9A08-67D7-2F6A1BD61F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28" t="10655" r="23047" b="12908"/>
          <a:stretch>
            <a:fillRect/>
          </a:stretch>
        </p:blipFill>
        <p:spPr>
          <a:xfrm>
            <a:off x="2905125" y="933450"/>
            <a:ext cx="6477000" cy="4848225"/>
          </a:xfrm>
          <a:custGeom>
            <a:avLst/>
            <a:gdLst>
              <a:gd name="connsiteX0" fmla="*/ 0 w 6477000"/>
              <a:gd name="connsiteY0" fmla="*/ 0 h 4848225"/>
              <a:gd name="connsiteX1" fmla="*/ 6477000 w 6477000"/>
              <a:gd name="connsiteY1" fmla="*/ 0 h 4848225"/>
              <a:gd name="connsiteX2" fmla="*/ 6477000 w 6477000"/>
              <a:gd name="connsiteY2" fmla="*/ 4848225 h 4848225"/>
              <a:gd name="connsiteX3" fmla="*/ 0 w 6477000"/>
              <a:gd name="connsiteY3" fmla="*/ 4848225 h 484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77000" h="4848225">
                <a:moveTo>
                  <a:pt x="0" y="0"/>
                </a:moveTo>
                <a:lnTo>
                  <a:pt x="6477000" y="0"/>
                </a:lnTo>
                <a:lnTo>
                  <a:pt x="6477000" y="4848225"/>
                </a:lnTo>
                <a:lnTo>
                  <a:pt x="0" y="48482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67332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9454-9980-2AB4-801C-D2A4C96BA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5A4A9D3-5D04-DB3C-701E-F26BFB4F12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28" t="10655" r="23047" b="12908"/>
          <a:stretch>
            <a:fillRect/>
          </a:stretch>
        </p:blipFill>
        <p:spPr>
          <a:xfrm>
            <a:off x="2905125" y="933450"/>
            <a:ext cx="6477000" cy="4848225"/>
          </a:xfrm>
          <a:custGeom>
            <a:avLst/>
            <a:gdLst>
              <a:gd name="connsiteX0" fmla="*/ 0 w 6477000"/>
              <a:gd name="connsiteY0" fmla="*/ 0 h 4848225"/>
              <a:gd name="connsiteX1" fmla="*/ 6477000 w 6477000"/>
              <a:gd name="connsiteY1" fmla="*/ 0 h 4848225"/>
              <a:gd name="connsiteX2" fmla="*/ 6477000 w 6477000"/>
              <a:gd name="connsiteY2" fmla="*/ 4848225 h 4848225"/>
              <a:gd name="connsiteX3" fmla="*/ 0 w 6477000"/>
              <a:gd name="connsiteY3" fmla="*/ 4848225 h 484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77000" h="4848225">
                <a:moveTo>
                  <a:pt x="0" y="0"/>
                </a:moveTo>
                <a:lnTo>
                  <a:pt x="6477000" y="0"/>
                </a:lnTo>
                <a:lnTo>
                  <a:pt x="6477000" y="4848225"/>
                </a:lnTo>
                <a:lnTo>
                  <a:pt x="0" y="48482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65713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CDCAD-061C-74C0-95AD-A7F25625D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2CB3358-BD99-F75D-34D9-C66EBB6FF5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28" t="10655" r="23047" b="12908"/>
          <a:stretch>
            <a:fillRect/>
          </a:stretch>
        </p:blipFill>
        <p:spPr>
          <a:xfrm>
            <a:off x="2905125" y="933450"/>
            <a:ext cx="6477000" cy="4848225"/>
          </a:xfrm>
          <a:custGeom>
            <a:avLst/>
            <a:gdLst>
              <a:gd name="connsiteX0" fmla="*/ 0 w 6477000"/>
              <a:gd name="connsiteY0" fmla="*/ 0 h 4848225"/>
              <a:gd name="connsiteX1" fmla="*/ 6477000 w 6477000"/>
              <a:gd name="connsiteY1" fmla="*/ 0 h 4848225"/>
              <a:gd name="connsiteX2" fmla="*/ 6477000 w 6477000"/>
              <a:gd name="connsiteY2" fmla="*/ 4848225 h 4848225"/>
              <a:gd name="connsiteX3" fmla="*/ 0 w 6477000"/>
              <a:gd name="connsiteY3" fmla="*/ 4848225 h 484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77000" h="4848225">
                <a:moveTo>
                  <a:pt x="0" y="0"/>
                </a:moveTo>
                <a:lnTo>
                  <a:pt x="6477000" y="0"/>
                </a:lnTo>
                <a:lnTo>
                  <a:pt x="6477000" y="4848225"/>
                </a:lnTo>
                <a:lnTo>
                  <a:pt x="0" y="48482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10751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39541-DECE-1B54-F4DA-F22B10A2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4636D70-74C8-4C38-AA50-EBC5BD182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28" t="10655" r="23047" b="12908"/>
          <a:stretch>
            <a:fillRect/>
          </a:stretch>
        </p:blipFill>
        <p:spPr>
          <a:xfrm>
            <a:off x="2905125" y="933450"/>
            <a:ext cx="6477000" cy="4848225"/>
          </a:xfrm>
          <a:custGeom>
            <a:avLst/>
            <a:gdLst>
              <a:gd name="connsiteX0" fmla="*/ 0 w 6477000"/>
              <a:gd name="connsiteY0" fmla="*/ 0 h 4848225"/>
              <a:gd name="connsiteX1" fmla="*/ 6477000 w 6477000"/>
              <a:gd name="connsiteY1" fmla="*/ 0 h 4848225"/>
              <a:gd name="connsiteX2" fmla="*/ 6477000 w 6477000"/>
              <a:gd name="connsiteY2" fmla="*/ 4848225 h 4848225"/>
              <a:gd name="connsiteX3" fmla="*/ 0 w 6477000"/>
              <a:gd name="connsiteY3" fmla="*/ 4848225 h 484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77000" h="4848225">
                <a:moveTo>
                  <a:pt x="0" y="0"/>
                </a:moveTo>
                <a:lnTo>
                  <a:pt x="6477000" y="0"/>
                </a:lnTo>
                <a:lnTo>
                  <a:pt x="6477000" y="4848225"/>
                </a:lnTo>
                <a:lnTo>
                  <a:pt x="0" y="48482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57324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4C0E6-2820-712F-E3D7-93BE396C9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9110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A6C46-EDF8-41E6-1F0B-27DA36E8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8626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1551</TotalTime>
  <Words>0</Words>
  <Application>Microsoft Office PowerPoint</Application>
  <PresentationFormat>宽屏</PresentationFormat>
  <Paragraphs>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净誉 赵</dc:creator>
  <cp:lastModifiedBy>净誉 赵</cp:lastModifiedBy>
  <cp:revision>3</cp:revision>
  <dcterms:created xsi:type="dcterms:W3CDTF">2025-05-01T01:52:43Z</dcterms:created>
  <dcterms:modified xsi:type="dcterms:W3CDTF">2025-05-02T03:44:32Z</dcterms:modified>
</cp:coreProperties>
</file>