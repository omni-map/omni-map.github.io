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4" r:id="rId3"/>
    <p:sldId id="265" r:id="rId4"/>
    <p:sldId id="266" r:id="rId5"/>
    <p:sldId id="267" r:id="rId6"/>
    <p:sldId id="268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11AF4-76EE-2053-53D3-36A300E39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64E185-15AE-B902-AD83-4215B5283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159CC-DE02-45F6-F85D-C613FBC92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764AEC-BA21-3F1E-7F14-41BF7D70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9D7E4-9B07-286E-0EE7-09ED9E18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14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218B2-5C55-8E10-D961-EC7DF2E9C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09596F-8E82-3545-1E7B-EF67DB55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B8BC6D-901F-34D8-0A19-F28CCC32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87479-4860-C5E9-BEEF-986F1F4F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2B434-F73D-5F65-ED2B-04196887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60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FDF60-0693-66B1-2AC9-DB2130D4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9ED8D2-5785-0AFD-3AEB-638DF4C5B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E35CA9-DCE9-258F-A5A8-9B5CC18D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5CD8B-6689-C456-3947-1A1367F7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DA067-4D3D-17AF-D1A4-7F719F63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14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ABF49-AFA9-9BF3-48C4-FE9B1D90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DB534-CF7D-08D2-9AE3-EA1686D85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A4E96D-9CED-CE12-E42B-483A1D069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64AB39-5D36-3F29-D25B-E3A13484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2DAF18-EC6E-F831-8F0E-16FA708C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0BBDDD-501D-990F-4169-A20A737B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89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6272-D906-34D0-D7ED-34916944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A21C3F-C50C-AA4C-85EA-DB6D01A12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064BA0-83EE-4B99-8FE4-801ACF327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2B0DAD-1009-67F6-B985-9C8C2CDB1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322309-260C-AAD0-3F36-B56D67556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9E6E33-30BE-282B-B7DB-2B70B3D4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0B80D0-5880-61D7-A363-6DF5E80D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E37611-B271-F7FD-B0ED-EF3839FA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332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4F572-F6EB-E9E8-2A90-B2733576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A832CB-4D9C-DB9E-8772-E0133EB46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C1B600-9130-BA79-E52C-1A23A99FC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0876C2-63DE-DE64-8F9E-4C8519BC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63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71ADB3-4770-463A-72FE-459D08D6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ADDD57A-60E4-D415-1D97-462E2E41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B22542-04F1-7992-CE9D-EA2003404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23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197C7-0281-8721-B5F8-05AD9E43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754AB2-0C27-F9A0-F4C5-FE8E150BE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E341A6-B889-BC43-37CC-79CA4F35C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5076CF-1C23-16FB-865A-46C61E61C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DFB3FD-FC84-5615-2621-4D8A439EF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A839D3-5F07-C7EC-A272-84FDDBD4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5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EFC98-EB00-53AA-6115-60E419A1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BE7F39-3B69-EC8C-A1BA-C9B58721B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5A46E3-8931-1F90-9B7E-39683B5BE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987D46-8E6B-99AC-263E-FC8D33EC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E1B938-398B-F68C-74A0-6394670DB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D43B0-FC2A-3E1C-15AD-50E2D6AA4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6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0146C-CBD1-DC29-37EE-CFE15EDB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F14674-CAD9-0388-A823-9768E0906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EFC65-1C9A-3B53-A6B9-657D50357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3F2BB4-4D2F-A97B-FB29-1932196D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607DD-B254-657F-8730-98ADFF649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95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85BE46-B395-DFFB-06C3-EEA2B4119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18BD78-B931-5683-0ECA-105757B24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CD776-1D81-7481-66CE-D459E901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23A314-20A0-F201-D294-4B48A0B5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662AE5-D327-69C4-BA64-DBE1AE20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1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5180E4-132C-2C63-3106-EB148570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B09CDA-9237-E65F-6AC7-C4513421A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2B1C51-E9E1-EAFF-B96A-C273855C5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C1910-3403-4629-8B6E-5C085F7AAD6B}" type="datetimeFigureOut">
              <a:rPr lang="zh-CN" altLang="en-US" smtClean="0"/>
              <a:t>2025/5/2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893AF-FC88-9FA6-64BC-C7CFB23A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89AB4-D300-309E-824C-CECFBF589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49716-15B9-45E7-A9B5-8C966793CE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09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ACD8C-BE70-0E7A-5BD3-A925E982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352D3DF-733B-3FB7-7F8A-C66935EE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6327" r="13984" b="13481"/>
          <a:stretch>
            <a:fillRect/>
          </a:stretch>
        </p:blipFill>
        <p:spPr>
          <a:xfrm>
            <a:off x="2000251" y="638175"/>
            <a:ext cx="8486775" cy="5124450"/>
          </a:xfrm>
          <a:custGeom>
            <a:avLst/>
            <a:gdLst>
              <a:gd name="connsiteX0" fmla="*/ 0 w 8486775"/>
              <a:gd name="connsiteY0" fmla="*/ 0 h 5124450"/>
              <a:gd name="connsiteX1" fmla="*/ 8486775 w 8486775"/>
              <a:gd name="connsiteY1" fmla="*/ 0 h 5124450"/>
              <a:gd name="connsiteX2" fmla="*/ 8486775 w 8486775"/>
              <a:gd name="connsiteY2" fmla="*/ 5124450 h 5124450"/>
              <a:gd name="connsiteX3" fmla="*/ 0 w 8486775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5" h="5124450">
                <a:moveTo>
                  <a:pt x="0" y="0"/>
                </a:moveTo>
                <a:lnTo>
                  <a:pt x="8486775" y="0"/>
                </a:lnTo>
                <a:lnTo>
                  <a:pt x="8486775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586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8A8DE-B59D-FB59-4DBE-116CF6C0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57E7160-6953-1A51-08DF-01EA65E8E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6327" r="13984" b="13481"/>
          <a:stretch>
            <a:fillRect/>
          </a:stretch>
        </p:blipFill>
        <p:spPr>
          <a:xfrm>
            <a:off x="2000251" y="638175"/>
            <a:ext cx="8486775" cy="5124450"/>
          </a:xfrm>
          <a:custGeom>
            <a:avLst/>
            <a:gdLst>
              <a:gd name="connsiteX0" fmla="*/ 0 w 8486775"/>
              <a:gd name="connsiteY0" fmla="*/ 0 h 5124450"/>
              <a:gd name="connsiteX1" fmla="*/ 8486775 w 8486775"/>
              <a:gd name="connsiteY1" fmla="*/ 0 h 5124450"/>
              <a:gd name="connsiteX2" fmla="*/ 8486775 w 8486775"/>
              <a:gd name="connsiteY2" fmla="*/ 5124450 h 5124450"/>
              <a:gd name="connsiteX3" fmla="*/ 0 w 8486775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5" h="5124450">
                <a:moveTo>
                  <a:pt x="0" y="0"/>
                </a:moveTo>
                <a:lnTo>
                  <a:pt x="8486775" y="0"/>
                </a:lnTo>
                <a:lnTo>
                  <a:pt x="8486775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8154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9E67-33FF-05C9-2DF3-04E3A340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E1D449C-CDDA-D72F-51CE-040843E52A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6327" r="13984" b="13481"/>
          <a:stretch>
            <a:fillRect/>
          </a:stretch>
        </p:blipFill>
        <p:spPr>
          <a:xfrm>
            <a:off x="2000251" y="638175"/>
            <a:ext cx="8486775" cy="5124450"/>
          </a:xfrm>
          <a:custGeom>
            <a:avLst/>
            <a:gdLst>
              <a:gd name="connsiteX0" fmla="*/ 0 w 8486775"/>
              <a:gd name="connsiteY0" fmla="*/ 0 h 5124450"/>
              <a:gd name="connsiteX1" fmla="*/ 8486775 w 8486775"/>
              <a:gd name="connsiteY1" fmla="*/ 0 h 5124450"/>
              <a:gd name="connsiteX2" fmla="*/ 8486775 w 8486775"/>
              <a:gd name="connsiteY2" fmla="*/ 5124450 h 5124450"/>
              <a:gd name="connsiteX3" fmla="*/ 0 w 8486775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5" h="5124450">
                <a:moveTo>
                  <a:pt x="0" y="0"/>
                </a:moveTo>
                <a:lnTo>
                  <a:pt x="8486775" y="0"/>
                </a:lnTo>
                <a:lnTo>
                  <a:pt x="8486775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50796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EAF30-4F9D-4EC0-D024-B9805094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D357667-9854-7209-9C25-7A6FA2EF05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t="6327" r="13984" b="13481"/>
          <a:stretch>
            <a:fillRect/>
          </a:stretch>
        </p:blipFill>
        <p:spPr>
          <a:xfrm>
            <a:off x="2000251" y="638175"/>
            <a:ext cx="8486775" cy="5124450"/>
          </a:xfrm>
          <a:custGeom>
            <a:avLst/>
            <a:gdLst>
              <a:gd name="connsiteX0" fmla="*/ 0 w 8486775"/>
              <a:gd name="connsiteY0" fmla="*/ 0 h 5124450"/>
              <a:gd name="connsiteX1" fmla="*/ 8486775 w 8486775"/>
              <a:gd name="connsiteY1" fmla="*/ 0 h 5124450"/>
              <a:gd name="connsiteX2" fmla="*/ 8486775 w 8486775"/>
              <a:gd name="connsiteY2" fmla="*/ 5124450 h 5124450"/>
              <a:gd name="connsiteX3" fmla="*/ 0 w 8486775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5" h="5124450">
                <a:moveTo>
                  <a:pt x="0" y="0"/>
                </a:moveTo>
                <a:lnTo>
                  <a:pt x="8486775" y="0"/>
                </a:lnTo>
                <a:lnTo>
                  <a:pt x="8486775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05014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97E84-5884-8A5B-FEA9-18B31677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215CE5-3192-A253-6E7E-89CF66F2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092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A7C77-A6A0-9A3B-E059-B0746426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2DB0504-82DF-E1F2-A909-C626143C4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8470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D40530E-554E-67E0-A6AC-1E8981B0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2592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6F38-DBC6-B62D-40C6-22BF08CC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EAB0F5E-7786-8F85-CD22-E864A7B4B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432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E0DD-9265-70F1-2EA3-895146F5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0B2A376-7E13-AEC2-6B36-6DB05E819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5798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4C553-6797-8FEB-08B6-58AAB17B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C5BEB02-02BF-7413-12A4-DF5BE46D4D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780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A892-1E8B-028E-D6A6-196C621B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AF8546B-55EF-C69E-1FAE-47BEA514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40069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8694-DE65-C831-6A2F-376FAC4E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EB608B6-BEA2-E1E4-2D14-9C3655B1E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5844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71B5C-99CC-4142-266F-E8208229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DFA095-657D-05B6-FA91-AB9A2978B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36780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084B6-0E17-A252-414A-10379755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078C64B-46BB-66FC-5B4F-F372188A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45483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A7CF-5C84-524F-DD5B-1B94888F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AB2EE03-5F3D-98EC-F386-19699A7295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98064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AC60-9709-53C5-0AAB-93392C56C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4608505-FCFD-B079-9B85-B4B6076A70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7072" r="13906" b="12736"/>
          <a:stretch>
            <a:fillRect/>
          </a:stretch>
        </p:blipFill>
        <p:spPr>
          <a:xfrm>
            <a:off x="2009776" y="685800"/>
            <a:ext cx="8486774" cy="5124450"/>
          </a:xfrm>
          <a:custGeom>
            <a:avLst/>
            <a:gdLst>
              <a:gd name="connsiteX0" fmla="*/ 0 w 8486774"/>
              <a:gd name="connsiteY0" fmla="*/ 0 h 5124450"/>
              <a:gd name="connsiteX1" fmla="*/ 8486774 w 8486774"/>
              <a:gd name="connsiteY1" fmla="*/ 0 h 5124450"/>
              <a:gd name="connsiteX2" fmla="*/ 8486774 w 8486774"/>
              <a:gd name="connsiteY2" fmla="*/ 5124450 h 5124450"/>
              <a:gd name="connsiteX3" fmla="*/ 0 w 8486774"/>
              <a:gd name="connsiteY3" fmla="*/ 5124450 h 512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124450">
                <a:moveTo>
                  <a:pt x="0" y="0"/>
                </a:moveTo>
                <a:lnTo>
                  <a:pt x="8486774" y="0"/>
                </a:lnTo>
                <a:lnTo>
                  <a:pt x="8486774" y="5124450"/>
                </a:lnTo>
                <a:lnTo>
                  <a:pt x="0" y="51244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9521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FC99-00DB-08BF-CDB6-C1C0954C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2085BC-9603-FA07-24EC-D85ADC9AE8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264" r="13906" b="12289"/>
          <a:stretch>
            <a:fillRect/>
          </a:stretch>
        </p:blipFill>
        <p:spPr>
          <a:xfrm>
            <a:off x="2009776" y="762001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38244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DC85-D44E-662F-BE13-04A9189C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C445B61-D29E-3E8A-D6AD-E2252129E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264" r="13906" b="12289"/>
          <a:stretch>
            <a:fillRect/>
          </a:stretch>
        </p:blipFill>
        <p:spPr>
          <a:xfrm>
            <a:off x="2009776" y="762001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4357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B812-65E9-5D07-FC61-E967F4DD5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A12B080-748C-7C41-D13F-E949FCAF9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264" r="13906" b="12289"/>
          <a:stretch>
            <a:fillRect/>
          </a:stretch>
        </p:blipFill>
        <p:spPr>
          <a:xfrm>
            <a:off x="2009776" y="762001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2748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1793-3DA0-4B4D-6125-719025D25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90B5F16-2D26-4276-A0F2-C317EF6D9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264" r="13906" b="12289"/>
          <a:stretch>
            <a:fillRect/>
          </a:stretch>
        </p:blipFill>
        <p:spPr>
          <a:xfrm>
            <a:off x="2009776" y="762001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9494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5AB9-6E61-6744-5364-F67F76A3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88968D9-2363-A986-E8F2-92EF3167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264" r="13906" b="12289"/>
          <a:stretch>
            <a:fillRect/>
          </a:stretch>
        </p:blipFill>
        <p:spPr>
          <a:xfrm>
            <a:off x="2009776" y="762001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65257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C064-0FDD-162D-CBAE-C4F3088E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275A830-4AB6-4704-F4E3-A4F8A1FA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264" r="13906" b="12289"/>
          <a:stretch>
            <a:fillRect/>
          </a:stretch>
        </p:blipFill>
        <p:spPr>
          <a:xfrm>
            <a:off x="2009776" y="762001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05454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8CD3-D360-7836-7F06-2D5185D8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4F5593F-3788-B19E-B394-0891BE852B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264" r="13906" b="12289"/>
          <a:stretch>
            <a:fillRect/>
          </a:stretch>
        </p:blipFill>
        <p:spPr>
          <a:xfrm>
            <a:off x="2009776" y="762001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7903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C6A9-974F-2D3E-FD29-6AB982DA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CD87087-2429-0D58-55BB-D9DA256BF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84" t="8413" r="13906" b="12140"/>
          <a:stretch>
            <a:fillRect/>
          </a:stretch>
        </p:blipFill>
        <p:spPr>
          <a:xfrm>
            <a:off x="2009776" y="771526"/>
            <a:ext cx="8486774" cy="5076825"/>
          </a:xfrm>
          <a:custGeom>
            <a:avLst/>
            <a:gdLst>
              <a:gd name="connsiteX0" fmla="*/ 0 w 8486774"/>
              <a:gd name="connsiteY0" fmla="*/ 0 h 5076825"/>
              <a:gd name="connsiteX1" fmla="*/ 8486774 w 8486774"/>
              <a:gd name="connsiteY1" fmla="*/ 0 h 5076825"/>
              <a:gd name="connsiteX2" fmla="*/ 8486774 w 8486774"/>
              <a:gd name="connsiteY2" fmla="*/ 5076825 h 5076825"/>
              <a:gd name="connsiteX3" fmla="*/ 0 w 8486774"/>
              <a:gd name="connsiteY3" fmla="*/ 5076825 h 507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6774" h="5076825">
                <a:moveTo>
                  <a:pt x="0" y="0"/>
                </a:moveTo>
                <a:lnTo>
                  <a:pt x="8486774" y="0"/>
                </a:lnTo>
                <a:lnTo>
                  <a:pt x="8486774" y="5076825"/>
                </a:lnTo>
                <a:lnTo>
                  <a:pt x="0" y="507682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5448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988E2-DD2A-9DE7-0E34-5D4AA971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534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宽屏</PresentationFormat>
  <Paragraphs>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净誉 赵</dc:creator>
  <cp:lastModifiedBy>净誉 赵</cp:lastModifiedBy>
  <cp:revision>5</cp:revision>
  <dcterms:created xsi:type="dcterms:W3CDTF">2025-05-02T03:00:22Z</dcterms:created>
  <dcterms:modified xsi:type="dcterms:W3CDTF">2025-05-02T03:33:29Z</dcterms:modified>
</cp:coreProperties>
</file>